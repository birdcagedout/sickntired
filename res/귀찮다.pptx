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670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3412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36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85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51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45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62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05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117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103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C8DE8-A378-4703-BE74-2F8D1E7F740E}" type="datetimeFigureOut">
              <a:rPr lang="ko-KR" altLang="en-US" smtClean="0"/>
              <a:t>2022-03-03(Thu)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90970-31EF-40FD-9000-DBBD875D51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35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59331" y="292331"/>
            <a:ext cx="6758247" cy="6758247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486994" y="3850996"/>
            <a:ext cx="2331370" cy="80413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b="1" dirty="0" smtClean="0"/>
              <a:t>시작</a:t>
            </a:r>
            <a:endParaRPr lang="ko-KR" altLang="en-US" sz="36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62" b="84831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23" t="2889" r="1609" b="18977"/>
          <a:stretch/>
        </p:blipFill>
        <p:spPr>
          <a:xfrm>
            <a:off x="839585" y="4904509"/>
            <a:ext cx="2369128" cy="84789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627961" y="779442"/>
            <a:ext cx="2244436" cy="73983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err="1" smtClean="0"/>
              <a:t>고고씽</a:t>
            </a:r>
            <a:r>
              <a:rPr lang="en-US" altLang="ko-KR" sz="3200" b="1" dirty="0" smtClean="0"/>
              <a:t>~</a:t>
            </a:r>
            <a:r>
              <a:rPr lang="ko-KR" altLang="en-US" sz="3200" b="1" dirty="0" err="1" smtClean="0"/>
              <a:t>ㅋ</a:t>
            </a:r>
            <a:endParaRPr lang="ko-KR" altLang="en-US" sz="3200" b="1" dirty="0"/>
          </a:p>
        </p:txBody>
      </p:sp>
      <p:sp>
        <p:nvSpPr>
          <p:cNvPr id="8" name="직사각형 7"/>
          <p:cNvSpPr/>
          <p:nvPr/>
        </p:nvSpPr>
        <p:spPr>
          <a:xfrm>
            <a:off x="627961" y="2102141"/>
            <a:ext cx="2244436" cy="73983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 smtClean="0"/>
              <a:t>시 작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78254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6</cp:revision>
  <dcterms:created xsi:type="dcterms:W3CDTF">2022-02-23T10:46:42Z</dcterms:created>
  <dcterms:modified xsi:type="dcterms:W3CDTF">2022-03-03T12:51:00Z</dcterms:modified>
</cp:coreProperties>
</file>