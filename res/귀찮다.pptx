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B3B"/>
    <a:srgbClr val="89C064"/>
    <a:srgbClr val="FF33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8C8DE8-A378-4703-BE74-2F8D1E7F740E}" type="datetimeFigureOut">
              <a:rPr lang="ko-KR" altLang="en-US" smtClean="0"/>
              <a:t>2022-03-13(Sun)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90970-31EF-40FD-9000-DBBD875D51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7670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8C8DE8-A378-4703-BE74-2F8D1E7F740E}" type="datetimeFigureOut">
              <a:rPr lang="ko-KR" altLang="en-US" smtClean="0"/>
              <a:t>2022-03-13(Sun)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90970-31EF-40FD-9000-DBBD875D51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34124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8C8DE8-A378-4703-BE74-2F8D1E7F740E}" type="datetimeFigureOut">
              <a:rPr lang="ko-KR" altLang="en-US" smtClean="0"/>
              <a:t>2022-03-13(Sun)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90970-31EF-40FD-9000-DBBD875D51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7365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8C8DE8-A378-4703-BE74-2F8D1E7F740E}" type="datetimeFigureOut">
              <a:rPr lang="ko-KR" altLang="en-US" smtClean="0"/>
              <a:t>2022-03-13(Sun)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90970-31EF-40FD-9000-DBBD875D51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9852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8C8DE8-A378-4703-BE74-2F8D1E7F740E}" type="datetimeFigureOut">
              <a:rPr lang="ko-KR" altLang="en-US" smtClean="0"/>
              <a:t>2022-03-13(Sun)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90970-31EF-40FD-9000-DBBD875D51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150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8C8DE8-A378-4703-BE74-2F8D1E7F740E}" type="datetimeFigureOut">
              <a:rPr lang="ko-KR" altLang="en-US" smtClean="0"/>
              <a:t>2022-03-13(Sun)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90970-31EF-40FD-9000-DBBD875D51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4513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8C8DE8-A378-4703-BE74-2F8D1E7F740E}" type="datetimeFigureOut">
              <a:rPr lang="ko-KR" altLang="en-US" smtClean="0"/>
              <a:t>2022-03-13(Sun)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90970-31EF-40FD-9000-DBBD875D51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451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8C8DE8-A378-4703-BE74-2F8D1E7F740E}" type="datetimeFigureOut">
              <a:rPr lang="ko-KR" altLang="en-US" smtClean="0"/>
              <a:t>2022-03-13(Sun)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90970-31EF-40FD-9000-DBBD875D51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96268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8C8DE8-A378-4703-BE74-2F8D1E7F740E}" type="datetimeFigureOut">
              <a:rPr lang="ko-KR" altLang="en-US" smtClean="0"/>
              <a:t>2022-03-13(Sun)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90970-31EF-40FD-9000-DBBD875D51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90584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8C8DE8-A378-4703-BE74-2F8D1E7F740E}" type="datetimeFigureOut">
              <a:rPr lang="ko-KR" altLang="en-US" smtClean="0"/>
              <a:t>2022-03-13(Sun)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90970-31EF-40FD-9000-DBBD875D51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7117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8C8DE8-A378-4703-BE74-2F8D1E7F740E}" type="datetimeFigureOut">
              <a:rPr lang="ko-KR" altLang="en-US" smtClean="0"/>
              <a:t>2022-03-13(Sun)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90970-31EF-40FD-9000-DBBD875D51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71031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8C8DE8-A378-4703-BE74-2F8D1E7F740E}" type="datetimeFigureOut">
              <a:rPr lang="ko-KR" altLang="en-US" smtClean="0"/>
              <a:t>2022-03-13(Sun)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590970-31EF-40FD-9000-DBBD875D51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6358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959331" y="292331"/>
            <a:ext cx="6758247" cy="6758247"/>
          </a:xfrm>
          <a:prstGeom prst="rect">
            <a:avLst/>
          </a:prstGeom>
        </p:spPr>
      </p:pic>
      <p:sp>
        <p:nvSpPr>
          <p:cNvPr id="5" name="모서리가 둥근 직사각형 4"/>
          <p:cNvSpPr/>
          <p:nvPr/>
        </p:nvSpPr>
        <p:spPr>
          <a:xfrm>
            <a:off x="486994" y="3850996"/>
            <a:ext cx="2331370" cy="804132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600" b="1" dirty="0" smtClean="0"/>
              <a:t>시작</a:t>
            </a:r>
            <a:endParaRPr lang="ko-KR" altLang="en-US" sz="3600" b="1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562" b="84831" l="0" r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23" t="2889" r="1609" b="18977"/>
          <a:stretch/>
        </p:blipFill>
        <p:spPr>
          <a:xfrm>
            <a:off x="839585" y="4904509"/>
            <a:ext cx="2369128" cy="847898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627961" y="779442"/>
            <a:ext cx="2244436" cy="739834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 err="1" smtClean="0">
                <a:effectLst>
                  <a:glow rad="101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고고씽</a:t>
            </a:r>
            <a:r>
              <a:rPr lang="en-US" altLang="ko-KR" sz="3200" b="1" dirty="0" smtClean="0">
                <a:effectLst>
                  <a:glow rad="101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~</a:t>
            </a:r>
            <a:r>
              <a:rPr lang="ko-KR" altLang="en-US" sz="3200" b="1" dirty="0" err="1" smtClean="0">
                <a:effectLst>
                  <a:glow rad="101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ㅋ</a:t>
            </a:r>
            <a:endParaRPr lang="ko-KR" altLang="en-US" sz="3200" b="1" dirty="0">
              <a:effectLst>
                <a:glow rad="101600">
                  <a:schemeClr val="accent1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627961" y="2102141"/>
            <a:ext cx="2244436" cy="739834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 smtClean="0"/>
              <a:t>시 작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31782545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0480" y="1149525"/>
            <a:ext cx="4038095" cy="375873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6" name="TextBox 5"/>
          <p:cNvSpPr txBox="1"/>
          <p:nvPr/>
        </p:nvSpPr>
        <p:spPr>
          <a:xfrm>
            <a:off x="7595062" y="4508145"/>
            <a:ext cx="34691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dirty="0" smtClean="0">
                <a:latin typeface="HY울릉도M" panose="02030600000101010101" pitchFamily="18" charset="-127"/>
                <a:ea typeface="HY울릉도M" panose="02030600000101010101" pitchFamily="18" charset="-127"/>
              </a:rPr>
              <a:t>귀찮다 </a:t>
            </a:r>
            <a:r>
              <a:rPr lang="en-US" altLang="ko-KR" sz="2000" dirty="0" smtClean="0">
                <a:latin typeface="HY울릉도M" panose="02030600000101010101" pitchFamily="18" charset="-127"/>
                <a:ea typeface="HY울릉도M" panose="02030600000101010101" pitchFamily="18" charset="-127"/>
              </a:rPr>
              <a:t>v2.5</a:t>
            </a:r>
            <a:r>
              <a:rPr lang="ko-KR" altLang="en-US" sz="2000" dirty="0" smtClean="0">
                <a:latin typeface="HY울릉도M" panose="02030600000101010101" pitchFamily="18" charset="-127"/>
                <a:ea typeface="HY울릉도M" panose="02030600000101010101" pitchFamily="18" charset="-127"/>
              </a:rPr>
              <a:t>를</a:t>
            </a:r>
            <a:r>
              <a:rPr lang="en-US" altLang="ko-KR" sz="2000" dirty="0">
                <a:latin typeface="HY울릉도M" panose="02030600000101010101" pitchFamily="18" charset="-127"/>
                <a:ea typeface="HY울릉도M" panose="02030600000101010101" pitchFamily="18" charset="-127"/>
              </a:rPr>
              <a:t> </a:t>
            </a:r>
            <a:r>
              <a:rPr lang="ko-KR" altLang="en-US" sz="2000" dirty="0" smtClean="0">
                <a:latin typeface="HY울릉도M" panose="02030600000101010101" pitchFamily="18" charset="-127"/>
                <a:ea typeface="HY울릉도M" panose="02030600000101010101" pitchFamily="18" charset="-127"/>
              </a:rPr>
              <a:t>시작합니다</a:t>
            </a:r>
            <a:r>
              <a:rPr lang="en-US" altLang="ko-KR" sz="2000" dirty="0" smtClean="0">
                <a:latin typeface="HY울릉도M" panose="02030600000101010101" pitchFamily="18" charset="-127"/>
                <a:ea typeface="HY울릉도M" panose="02030600000101010101" pitchFamily="18" charset="-127"/>
              </a:rPr>
              <a:t>…</a:t>
            </a:r>
            <a:endParaRPr lang="ko-KR" altLang="en-US" sz="2000" dirty="0">
              <a:latin typeface="HY울릉도M" panose="02030600000101010101" pitchFamily="18" charset="-127"/>
              <a:ea typeface="HY울릉도M" panose="02030600000101010101" pitchFamily="18" charset="-127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3823" y="1460526"/>
            <a:ext cx="3028571" cy="3047619"/>
          </a:xfrm>
          <a:prstGeom prst="rect">
            <a:avLst/>
          </a:prstGeom>
          <a:ln>
            <a:solidFill>
              <a:srgbClr val="92D050"/>
            </a:solidFill>
          </a:ln>
        </p:spPr>
      </p:pic>
      <p:sp>
        <p:nvSpPr>
          <p:cNvPr id="2" name="직사각형 1"/>
          <p:cNvSpPr/>
          <p:nvPr/>
        </p:nvSpPr>
        <p:spPr>
          <a:xfrm>
            <a:off x="1713823" y="3965171"/>
            <a:ext cx="3028571" cy="542974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746373" y="4045407"/>
            <a:ext cx="2963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>
                <a:ln w="3175">
                  <a:solidFill>
                    <a:schemeClr val="tx1">
                      <a:lumMod val="65000"/>
                      <a:lumOff val="35000"/>
                      <a:alpha val="70000"/>
                    </a:schemeClr>
                  </a:solidFill>
                </a:ln>
                <a:solidFill>
                  <a:srgbClr val="0070C0"/>
                </a:solidFill>
                <a:latin typeface="KBIZ한마음고딕 H" panose="02020503020101020101" pitchFamily="18" charset="-127"/>
                <a:ea typeface="KBIZ한마음고딕 H" panose="02020503020101020101" pitchFamily="18" charset="-127"/>
              </a:rPr>
              <a:t>오리 </a:t>
            </a:r>
            <a:r>
              <a:rPr lang="ko-KR" altLang="en-US" dirty="0" smtClean="0">
                <a:ln w="3175">
                  <a:solidFill>
                    <a:schemeClr val="tx1">
                      <a:lumMod val="65000"/>
                      <a:lumOff val="35000"/>
                      <a:alpha val="70000"/>
                    </a:schemeClr>
                  </a:solidFill>
                </a:ln>
                <a:solidFill>
                  <a:srgbClr val="FF3B3B"/>
                </a:solidFill>
                <a:latin typeface="KBIZ한마음고딕 H" panose="02020503020101020101" pitchFamily="18" charset="-127"/>
                <a:ea typeface="KBIZ한마음고딕 H" panose="02020503020101020101" pitchFamily="18" charset="-127"/>
              </a:rPr>
              <a:t>만수무강</a:t>
            </a:r>
            <a:r>
              <a:rPr lang="ko-KR" altLang="en-US" dirty="0" smtClean="0">
                <a:ln w="3175">
                  <a:solidFill>
                    <a:schemeClr val="tx1">
                      <a:lumMod val="65000"/>
                      <a:lumOff val="35000"/>
                      <a:alpha val="70000"/>
                    </a:schemeClr>
                  </a:solidFill>
                </a:ln>
                <a:solidFill>
                  <a:srgbClr val="FFC000"/>
                </a:solidFill>
                <a:latin typeface="KBIZ한마음고딕 H" panose="02020503020101020101" pitchFamily="18" charset="-127"/>
                <a:ea typeface="KBIZ한마음고딕 H" panose="02020503020101020101" pitchFamily="18" charset="-127"/>
              </a:rPr>
              <a:t>하소서</a:t>
            </a:r>
            <a:r>
              <a:rPr lang="ko-KR" altLang="en-US" dirty="0" smtClean="0">
                <a:ln w="3175">
                  <a:solidFill>
                    <a:schemeClr val="tx1">
                      <a:lumMod val="65000"/>
                      <a:lumOff val="35000"/>
                      <a:alpha val="70000"/>
                    </a:schemeClr>
                  </a:solidFill>
                </a:ln>
                <a:solidFill>
                  <a:srgbClr val="0070C0"/>
                </a:solidFill>
                <a:latin typeface="KBIZ한마음고딕 H" panose="02020503020101020101" pitchFamily="18" charset="-127"/>
                <a:ea typeface="KBIZ한마음고딕 H" panose="02020503020101020101" pitchFamily="18" charset="-127"/>
              </a:rPr>
              <a:t> </a:t>
            </a:r>
            <a:r>
              <a:rPr lang="en-US" altLang="ko-KR" dirty="0" smtClean="0">
                <a:ln w="3175">
                  <a:solidFill>
                    <a:schemeClr val="tx1">
                      <a:lumMod val="65000"/>
                      <a:lumOff val="35000"/>
                      <a:alpha val="70000"/>
                    </a:schemeClr>
                  </a:solidFill>
                </a:ln>
                <a:solidFill>
                  <a:srgbClr val="7030A0"/>
                </a:solidFill>
                <a:latin typeface="KBIZ한마음고딕 H" panose="02020503020101020101" pitchFamily="18" charset="-127"/>
                <a:ea typeface="KBIZ한마음고딕 H" panose="02020503020101020101" pitchFamily="18" charset="-127"/>
              </a:rPr>
              <a:t>Edition</a:t>
            </a:r>
            <a:endParaRPr lang="ko-KR" altLang="en-US" dirty="0">
              <a:ln w="3175">
                <a:solidFill>
                  <a:schemeClr val="tx1">
                    <a:lumMod val="65000"/>
                    <a:lumOff val="35000"/>
                    <a:alpha val="70000"/>
                  </a:schemeClr>
                </a:solidFill>
              </a:ln>
              <a:solidFill>
                <a:srgbClr val="7030A0"/>
              </a:solidFill>
              <a:latin typeface="KBIZ한마음고딕 H" panose="02020503020101020101" pitchFamily="18" charset="-127"/>
              <a:ea typeface="KBIZ한마음고딕 H" panose="020205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430636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</TotalTime>
  <Words>14</Words>
  <Application>Microsoft Office PowerPoint</Application>
  <PresentationFormat>와이드스크린</PresentationFormat>
  <Paragraphs>5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7" baseType="lpstr">
      <vt:lpstr>HY울릉도M</vt:lpstr>
      <vt:lpstr>KBIZ한마음고딕 H</vt:lpstr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17</cp:revision>
  <dcterms:created xsi:type="dcterms:W3CDTF">2022-02-23T10:46:42Z</dcterms:created>
  <dcterms:modified xsi:type="dcterms:W3CDTF">2022-03-13T10:39:12Z</dcterms:modified>
</cp:coreProperties>
</file>